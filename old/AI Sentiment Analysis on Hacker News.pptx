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57" r:id="rId7"/>
    <p:sldId id="258" r:id="rId8"/>
    <p:sldId id="259" r:id="rId9"/>
    <p:sldId id="260" r:id="rId10"/>
    <p:sldId id="261" r:id="rId11"/>
    <p:sldId id="262" r:id="rId12"/>
    <p:sldId id="265" r:id="rId1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2FCF30-5436-454E-B87F-852CB1EC3977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92D70CD-194F-4BB8-B69E-5B4B9CD9BF6F}">
      <dgm:prSet/>
      <dgm:spPr/>
      <dgm:t>
        <a:bodyPr/>
        <a:lstStyle/>
        <a:p>
          <a:r>
            <a:rPr lang="en-DE"/>
            <a:t>Build an automated system to track AI/LLM discussions on Hacker News</a:t>
          </a:r>
          <a:endParaRPr lang="en-US"/>
        </a:p>
      </dgm:t>
    </dgm:pt>
    <dgm:pt modelId="{7F532C5E-D532-4500-B39A-6E7A7210D555}" type="parTrans" cxnId="{0D91666F-22E9-4A36-8747-1D1C73931CF6}">
      <dgm:prSet/>
      <dgm:spPr/>
      <dgm:t>
        <a:bodyPr/>
        <a:lstStyle/>
        <a:p>
          <a:endParaRPr lang="en-US"/>
        </a:p>
      </dgm:t>
    </dgm:pt>
    <dgm:pt modelId="{7B264359-8CAF-4270-95BF-AA8A3DC3875F}" type="sibTrans" cxnId="{0D91666F-22E9-4A36-8747-1D1C73931CF6}">
      <dgm:prSet/>
      <dgm:spPr/>
      <dgm:t>
        <a:bodyPr/>
        <a:lstStyle/>
        <a:p>
          <a:endParaRPr lang="en-US"/>
        </a:p>
      </dgm:t>
    </dgm:pt>
    <dgm:pt modelId="{53B6F065-7DD9-47AC-847D-54B1020B9127}">
      <dgm:prSet/>
      <dgm:spPr/>
      <dgm:t>
        <a:bodyPr/>
        <a:lstStyle/>
        <a:p>
          <a:r>
            <a:rPr lang="en-DE"/>
            <a:t>Analyse sentiment and key discussion aspects (ethics, jobs, tools, etc.)</a:t>
          </a:r>
          <a:endParaRPr lang="en-US"/>
        </a:p>
      </dgm:t>
    </dgm:pt>
    <dgm:pt modelId="{245846BA-BD50-473A-9E88-61D501DB296A}" type="parTrans" cxnId="{31E36D3E-EE13-41EF-A3A1-175E6BC10E52}">
      <dgm:prSet/>
      <dgm:spPr/>
      <dgm:t>
        <a:bodyPr/>
        <a:lstStyle/>
        <a:p>
          <a:endParaRPr lang="en-US"/>
        </a:p>
      </dgm:t>
    </dgm:pt>
    <dgm:pt modelId="{6F18819D-7424-4A86-BEDB-23F2197CBE41}" type="sibTrans" cxnId="{31E36D3E-EE13-41EF-A3A1-175E6BC10E52}">
      <dgm:prSet/>
      <dgm:spPr/>
      <dgm:t>
        <a:bodyPr/>
        <a:lstStyle/>
        <a:p>
          <a:endParaRPr lang="en-US"/>
        </a:p>
      </dgm:t>
    </dgm:pt>
    <dgm:pt modelId="{CBBE1A92-F5B1-46BA-A393-DED4EBE87FA6}">
      <dgm:prSet/>
      <dgm:spPr/>
      <dgm:t>
        <a:bodyPr/>
        <a:lstStyle/>
        <a:p>
          <a:r>
            <a:rPr lang="en-DE"/>
            <a:t>Visualize trends over time using Power BI</a:t>
          </a:r>
          <a:endParaRPr lang="en-US"/>
        </a:p>
      </dgm:t>
    </dgm:pt>
    <dgm:pt modelId="{FD5A085A-A680-44E8-A130-999B9A4F6538}" type="parTrans" cxnId="{09527574-4DCA-4DE2-AAE5-54D27B944DF2}">
      <dgm:prSet/>
      <dgm:spPr/>
      <dgm:t>
        <a:bodyPr/>
        <a:lstStyle/>
        <a:p>
          <a:endParaRPr lang="en-US"/>
        </a:p>
      </dgm:t>
    </dgm:pt>
    <dgm:pt modelId="{FAE84359-464F-4411-8159-6A157DE9FE02}" type="sibTrans" cxnId="{09527574-4DCA-4DE2-AAE5-54D27B944DF2}">
      <dgm:prSet/>
      <dgm:spPr/>
      <dgm:t>
        <a:bodyPr/>
        <a:lstStyle/>
        <a:p>
          <a:endParaRPr lang="en-US"/>
        </a:p>
      </dgm:t>
    </dgm:pt>
    <dgm:pt modelId="{8EAA9823-9C01-4717-8CCF-4CB1903CA9DB}" type="pres">
      <dgm:prSet presAssocID="{3F2FCF30-5436-454E-B87F-852CB1EC3977}" presName="Name0" presStyleCnt="0">
        <dgm:presLayoutVars>
          <dgm:dir/>
          <dgm:resizeHandles val="exact"/>
        </dgm:presLayoutVars>
      </dgm:prSet>
      <dgm:spPr/>
    </dgm:pt>
    <dgm:pt modelId="{B31686D5-1834-43B7-9593-28B9ECDCB4C0}" type="pres">
      <dgm:prSet presAssocID="{B92D70CD-194F-4BB8-B69E-5B4B9CD9BF6F}" presName="node" presStyleLbl="node1" presStyleIdx="0" presStyleCnt="3">
        <dgm:presLayoutVars>
          <dgm:bulletEnabled val="1"/>
        </dgm:presLayoutVars>
      </dgm:prSet>
      <dgm:spPr/>
    </dgm:pt>
    <dgm:pt modelId="{5467BD1D-0E0C-4256-8E19-D316CD2423EB}" type="pres">
      <dgm:prSet presAssocID="{7B264359-8CAF-4270-95BF-AA8A3DC3875F}" presName="sibTrans" presStyleLbl="sibTrans1D1" presStyleIdx="0" presStyleCnt="2"/>
      <dgm:spPr/>
    </dgm:pt>
    <dgm:pt modelId="{1131C20C-E92D-4035-A45E-72F45A5D6DF3}" type="pres">
      <dgm:prSet presAssocID="{7B264359-8CAF-4270-95BF-AA8A3DC3875F}" presName="connectorText" presStyleLbl="sibTrans1D1" presStyleIdx="0" presStyleCnt="2"/>
      <dgm:spPr/>
    </dgm:pt>
    <dgm:pt modelId="{1FE8C9B8-CD76-419D-8B72-05A8ECEB8AFB}" type="pres">
      <dgm:prSet presAssocID="{53B6F065-7DD9-47AC-847D-54B1020B9127}" presName="node" presStyleLbl="node1" presStyleIdx="1" presStyleCnt="3">
        <dgm:presLayoutVars>
          <dgm:bulletEnabled val="1"/>
        </dgm:presLayoutVars>
      </dgm:prSet>
      <dgm:spPr/>
    </dgm:pt>
    <dgm:pt modelId="{34486A30-7F43-44C3-A0D5-D199414E96C7}" type="pres">
      <dgm:prSet presAssocID="{6F18819D-7424-4A86-BEDB-23F2197CBE41}" presName="sibTrans" presStyleLbl="sibTrans1D1" presStyleIdx="1" presStyleCnt="2"/>
      <dgm:spPr/>
    </dgm:pt>
    <dgm:pt modelId="{0CF02314-1AD0-459D-B3EF-E7441AC26BB3}" type="pres">
      <dgm:prSet presAssocID="{6F18819D-7424-4A86-BEDB-23F2197CBE41}" presName="connectorText" presStyleLbl="sibTrans1D1" presStyleIdx="1" presStyleCnt="2"/>
      <dgm:spPr/>
    </dgm:pt>
    <dgm:pt modelId="{CF405B99-F8E9-4B47-8069-815AB22EF073}" type="pres">
      <dgm:prSet presAssocID="{CBBE1A92-F5B1-46BA-A393-DED4EBE87FA6}" presName="node" presStyleLbl="node1" presStyleIdx="2" presStyleCnt="3">
        <dgm:presLayoutVars>
          <dgm:bulletEnabled val="1"/>
        </dgm:presLayoutVars>
      </dgm:prSet>
      <dgm:spPr/>
    </dgm:pt>
  </dgm:ptLst>
  <dgm:cxnLst>
    <dgm:cxn modelId="{9D399E28-1AD6-4570-BD31-F1DC4E91A4BB}" type="presOf" srcId="{B92D70CD-194F-4BB8-B69E-5B4B9CD9BF6F}" destId="{B31686D5-1834-43B7-9593-28B9ECDCB4C0}" srcOrd="0" destOrd="0" presId="urn:microsoft.com/office/officeart/2016/7/layout/RepeatingBendingProcessNew"/>
    <dgm:cxn modelId="{31E36D3E-EE13-41EF-A3A1-175E6BC10E52}" srcId="{3F2FCF30-5436-454E-B87F-852CB1EC3977}" destId="{53B6F065-7DD9-47AC-847D-54B1020B9127}" srcOrd="1" destOrd="0" parTransId="{245846BA-BD50-473A-9E88-61D501DB296A}" sibTransId="{6F18819D-7424-4A86-BEDB-23F2197CBE41}"/>
    <dgm:cxn modelId="{244C513E-5FA9-411E-AAF7-DC2F7E8C8E2B}" type="presOf" srcId="{7B264359-8CAF-4270-95BF-AA8A3DC3875F}" destId="{5467BD1D-0E0C-4256-8E19-D316CD2423EB}" srcOrd="0" destOrd="0" presId="urn:microsoft.com/office/officeart/2016/7/layout/RepeatingBendingProcessNew"/>
    <dgm:cxn modelId="{1BE8AE5B-56A2-4BBD-8540-9E79FAE60B7A}" type="presOf" srcId="{53B6F065-7DD9-47AC-847D-54B1020B9127}" destId="{1FE8C9B8-CD76-419D-8B72-05A8ECEB8AFB}" srcOrd="0" destOrd="0" presId="urn:microsoft.com/office/officeart/2016/7/layout/RepeatingBendingProcessNew"/>
    <dgm:cxn modelId="{F33C4368-AC43-4F6E-8437-E38BDD6B5EA1}" type="presOf" srcId="{7B264359-8CAF-4270-95BF-AA8A3DC3875F}" destId="{1131C20C-E92D-4035-A45E-72F45A5D6DF3}" srcOrd="1" destOrd="0" presId="urn:microsoft.com/office/officeart/2016/7/layout/RepeatingBendingProcessNew"/>
    <dgm:cxn modelId="{0D91666F-22E9-4A36-8747-1D1C73931CF6}" srcId="{3F2FCF30-5436-454E-B87F-852CB1EC3977}" destId="{B92D70CD-194F-4BB8-B69E-5B4B9CD9BF6F}" srcOrd="0" destOrd="0" parTransId="{7F532C5E-D532-4500-B39A-6E7A7210D555}" sibTransId="{7B264359-8CAF-4270-95BF-AA8A3DC3875F}"/>
    <dgm:cxn modelId="{09527574-4DCA-4DE2-AAE5-54D27B944DF2}" srcId="{3F2FCF30-5436-454E-B87F-852CB1EC3977}" destId="{CBBE1A92-F5B1-46BA-A393-DED4EBE87FA6}" srcOrd="2" destOrd="0" parTransId="{FD5A085A-A680-44E8-A130-999B9A4F6538}" sibTransId="{FAE84359-464F-4411-8159-6A157DE9FE02}"/>
    <dgm:cxn modelId="{B28D1391-C4B8-4929-8483-786BA7D9EDBA}" type="presOf" srcId="{CBBE1A92-F5B1-46BA-A393-DED4EBE87FA6}" destId="{CF405B99-F8E9-4B47-8069-815AB22EF073}" srcOrd="0" destOrd="0" presId="urn:microsoft.com/office/officeart/2016/7/layout/RepeatingBendingProcessNew"/>
    <dgm:cxn modelId="{38BC82B3-BE7D-436D-B6F8-704EB0AB9438}" type="presOf" srcId="{6F18819D-7424-4A86-BEDB-23F2197CBE41}" destId="{34486A30-7F43-44C3-A0D5-D199414E96C7}" srcOrd="0" destOrd="0" presId="urn:microsoft.com/office/officeart/2016/7/layout/RepeatingBendingProcessNew"/>
    <dgm:cxn modelId="{2B2489D0-56A4-44BA-BFFA-53FB48F0B8B5}" type="presOf" srcId="{6F18819D-7424-4A86-BEDB-23F2197CBE41}" destId="{0CF02314-1AD0-459D-B3EF-E7441AC26BB3}" srcOrd="1" destOrd="0" presId="urn:microsoft.com/office/officeart/2016/7/layout/RepeatingBendingProcessNew"/>
    <dgm:cxn modelId="{073280F1-B90F-4F6E-89BE-D12584FBB180}" type="presOf" srcId="{3F2FCF30-5436-454E-B87F-852CB1EC3977}" destId="{8EAA9823-9C01-4717-8CCF-4CB1903CA9DB}" srcOrd="0" destOrd="0" presId="urn:microsoft.com/office/officeart/2016/7/layout/RepeatingBendingProcessNew"/>
    <dgm:cxn modelId="{79B10406-6F96-4E57-B7B7-C86B42477585}" type="presParOf" srcId="{8EAA9823-9C01-4717-8CCF-4CB1903CA9DB}" destId="{B31686D5-1834-43B7-9593-28B9ECDCB4C0}" srcOrd="0" destOrd="0" presId="urn:microsoft.com/office/officeart/2016/7/layout/RepeatingBendingProcessNew"/>
    <dgm:cxn modelId="{59373EC5-4073-4509-906F-9EDED85A2DD5}" type="presParOf" srcId="{8EAA9823-9C01-4717-8CCF-4CB1903CA9DB}" destId="{5467BD1D-0E0C-4256-8E19-D316CD2423EB}" srcOrd="1" destOrd="0" presId="urn:microsoft.com/office/officeart/2016/7/layout/RepeatingBendingProcessNew"/>
    <dgm:cxn modelId="{50B4B212-5DB2-42DA-9AE6-71CCDD4FFE95}" type="presParOf" srcId="{5467BD1D-0E0C-4256-8E19-D316CD2423EB}" destId="{1131C20C-E92D-4035-A45E-72F45A5D6DF3}" srcOrd="0" destOrd="0" presId="urn:microsoft.com/office/officeart/2016/7/layout/RepeatingBendingProcessNew"/>
    <dgm:cxn modelId="{9F57AFF6-C5DB-417C-AB80-6A1B98C0B65F}" type="presParOf" srcId="{8EAA9823-9C01-4717-8CCF-4CB1903CA9DB}" destId="{1FE8C9B8-CD76-419D-8B72-05A8ECEB8AFB}" srcOrd="2" destOrd="0" presId="urn:microsoft.com/office/officeart/2016/7/layout/RepeatingBendingProcessNew"/>
    <dgm:cxn modelId="{89DEB632-8C27-4184-B445-AD327DE4169E}" type="presParOf" srcId="{8EAA9823-9C01-4717-8CCF-4CB1903CA9DB}" destId="{34486A30-7F43-44C3-A0D5-D199414E96C7}" srcOrd="3" destOrd="0" presId="urn:microsoft.com/office/officeart/2016/7/layout/RepeatingBendingProcessNew"/>
    <dgm:cxn modelId="{4A050789-F68F-4A3F-9685-B6F42549C6D3}" type="presParOf" srcId="{34486A30-7F43-44C3-A0D5-D199414E96C7}" destId="{0CF02314-1AD0-459D-B3EF-E7441AC26BB3}" srcOrd="0" destOrd="0" presId="urn:microsoft.com/office/officeart/2016/7/layout/RepeatingBendingProcessNew"/>
    <dgm:cxn modelId="{666FF9F0-35C6-4CFB-8F79-26D43CF683EF}" type="presParOf" srcId="{8EAA9823-9C01-4717-8CCF-4CB1903CA9DB}" destId="{CF405B99-F8E9-4B47-8069-815AB22EF073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661ADA-DD8E-4188-AC27-F576EFCC939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ABE3EE-34D2-49FC-951C-0FCC48B54CA6}">
      <dgm:prSet/>
      <dgm:spPr/>
      <dgm:t>
        <a:bodyPr/>
        <a:lstStyle/>
        <a:p>
          <a:r>
            <a:rPr lang="en-GB"/>
            <a:t>Retrieving AI and LLM Discussions from Hacker News</a:t>
          </a:r>
          <a:endParaRPr lang="en-US"/>
        </a:p>
      </dgm:t>
    </dgm:pt>
    <dgm:pt modelId="{61BBB7C8-0F23-4FAE-9183-811B4FF40C4D}" type="parTrans" cxnId="{96B13045-055F-435E-AD59-B2B71D119F70}">
      <dgm:prSet/>
      <dgm:spPr/>
      <dgm:t>
        <a:bodyPr/>
        <a:lstStyle/>
        <a:p>
          <a:endParaRPr lang="en-US"/>
        </a:p>
      </dgm:t>
    </dgm:pt>
    <dgm:pt modelId="{F70D260A-E340-4001-B2A7-64AFA8AAC7E7}" type="sibTrans" cxnId="{96B13045-055F-435E-AD59-B2B71D119F70}">
      <dgm:prSet/>
      <dgm:spPr/>
      <dgm:t>
        <a:bodyPr/>
        <a:lstStyle/>
        <a:p>
          <a:endParaRPr lang="en-US"/>
        </a:p>
      </dgm:t>
    </dgm:pt>
    <dgm:pt modelId="{872F4F2D-9E87-4D3F-ABA8-F009476DB250}">
      <dgm:prSet/>
      <dgm:spPr/>
      <dgm:t>
        <a:bodyPr/>
        <a:lstStyle/>
        <a:p>
          <a:r>
            <a:rPr lang="en-DE" dirty="0"/>
            <a:t>Use Hacker News API Endpoints</a:t>
          </a:r>
          <a:endParaRPr lang="en-US" dirty="0"/>
        </a:p>
      </dgm:t>
    </dgm:pt>
    <dgm:pt modelId="{14C686CC-D07B-4F49-8B60-EC63EFA0D6CF}" type="parTrans" cxnId="{D0D25B53-427E-4107-9F3D-FCA22B31E76F}">
      <dgm:prSet/>
      <dgm:spPr/>
      <dgm:t>
        <a:bodyPr/>
        <a:lstStyle/>
        <a:p>
          <a:endParaRPr lang="en-US"/>
        </a:p>
      </dgm:t>
    </dgm:pt>
    <dgm:pt modelId="{2BC3688E-65F1-4BC1-8FFB-CF3EAAEA91CA}" type="sibTrans" cxnId="{D0D25B53-427E-4107-9F3D-FCA22B31E76F}">
      <dgm:prSet/>
      <dgm:spPr/>
      <dgm:t>
        <a:bodyPr/>
        <a:lstStyle/>
        <a:p>
          <a:endParaRPr lang="en-US"/>
        </a:p>
      </dgm:t>
    </dgm:pt>
    <dgm:pt modelId="{3F3C17DF-72E2-4A6C-B4FE-659D63E97967}">
      <dgm:prSet/>
      <dgm:spPr/>
      <dgm:t>
        <a:bodyPr/>
        <a:lstStyle/>
        <a:p>
          <a:r>
            <a:rPr lang="en-DE"/>
            <a:t>Filter stories by AI keywords: </a:t>
          </a:r>
          <a:r>
            <a:rPr lang="en-DE" i="1"/>
            <a:t>AI, GPT, Claude, Anthropic, LLM</a:t>
          </a:r>
          <a:endParaRPr lang="en-US"/>
        </a:p>
      </dgm:t>
    </dgm:pt>
    <dgm:pt modelId="{753B9094-E007-4EED-A3E9-E2CDA49940FB}" type="parTrans" cxnId="{A5F00EB2-8F34-4461-83A1-4A85A5815926}">
      <dgm:prSet/>
      <dgm:spPr/>
      <dgm:t>
        <a:bodyPr/>
        <a:lstStyle/>
        <a:p>
          <a:endParaRPr lang="en-US"/>
        </a:p>
      </dgm:t>
    </dgm:pt>
    <dgm:pt modelId="{3CA02319-C82B-4A0B-8C78-8396672FF7A3}" type="sibTrans" cxnId="{A5F00EB2-8F34-4461-83A1-4A85A5815926}">
      <dgm:prSet/>
      <dgm:spPr/>
      <dgm:t>
        <a:bodyPr/>
        <a:lstStyle/>
        <a:p>
          <a:endParaRPr lang="en-US"/>
        </a:p>
      </dgm:t>
    </dgm:pt>
    <dgm:pt modelId="{77A58CE9-C94A-45A6-96ED-8957ADD29577}">
      <dgm:prSet/>
      <dgm:spPr/>
      <dgm:t>
        <a:bodyPr/>
        <a:lstStyle/>
        <a:p>
          <a:r>
            <a:rPr lang="en-DE" dirty="0"/>
            <a:t>Collect: title, URL, timestamp, score, author, comments</a:t>
          </a:r>
          <a:endParaRPr lang="en-US" dirty="0"/>
        </a:p>
      </dgm:t>
    </dgm:pt>
    <dgm:pt modelId="{394FEB89-7E16-48C1-9AFB-FE0FA1A92FAC}" type="parTrans" cxnId="{055A5198-80AF-483A-AB0C-C9E5171F1C0E}">
      <dgm:prSet/>
      <dgm:spPr/>
      <dgm:t>
        <a:bodyPr/>
        <a:lstStyle/>
        <a:p>
          <a:endParaRPr lang="en-US"/>
        </a:p>
      </dgm:t>
    </dgm:pt>
    <dgm:pt modelId="{06346C60-0B15-479D-9DFE-74CB927AD555}" type="sibTrans" cxnId="{055A5198-80AF-483A-AB0C-C9E5171F1C0E}">
      <dgm:prSet/>
      <dgm:spPr/>
      <dgm:t>
        <a:bodyPr/>
        <a:lstStyle/>
        <a:p>
          <a:endParaRPr lang="en-US"/>
        </a:p>
      </dgm:t>
    </dgm:pt>
    <dgm:pt modelId="{8782FEB5-3853-46AE-9AE4-5C66AC69F8F4}">
      <dgm:prSet/>
      <dgm:spPr/>
      <dgm:t>
        <a:bodyPr/>
        <a:lstStyle/>
        <a:p>
          <a:r>
            <a:rPr lang="en-DE" dirty="0"/>
            <a:t>Recursively fetch nested comments</a:t>
          </a:r>
          <a:endParaRPr lang="en-US" dirty="0"/>
        </a:p>
      </dgm:t>
    </dgm:pt>
    <dgm:pt modelId="{3EBC081A-4C9B-4924-A5A7-BB08D2C30E83}" type="parTrans" cxnId="{F9349A7D-77A6-4FCC-824E-55C14233E65A}">
      <dgm:prSet/>
      <dgm:spPr/>
      <dgm:t>
        <a:bodyPr/>
        <a:lstStyle/>
        <a:p>
          <a:endParaRPr lang="en-US"/>
        </a:p>
      </dgm:t>
    </dgm:pt>
    <dgm:pt modelId="{ACDB0601-C520-44EA-9617-0516CC1E1723}" type="sibTrans" cxnId="{F9349A7D-77A6-4FCC-824E-55C14233E65A}">
      <dgm:prSet/>
      <dgm:spPr/>
      <dgm:t>
        <a:bodyPr/>
        <a:lstStyle/>
        <a:p>
          <a:endParaRPr lang="en-US"/>
        </a:p>
      </dgm:t>
    </dgm:pt>
    <dgm:pt modelId="{2CBE1BAF-F4B7-4E24-8C36-A0BA75537FC9}">
      <dgm:prSet/>
      <dgm:spPr/>
      <dgm:t>
        <a:bodyPr/>
        <a:lstStyle/>
        <a:p>
          <a:r>
            <a:rPr lang="en-DE" dirty="0"/>
            <a:t>Store in JSON/DB via </a:t>
          </a:r>
          <a:r>
            <a:rPr lang="en-DE" b="1" dirty="0"/>
            <a:t>n8n</a:t>
          </a:r>
          <a:r>
            <a:rPr lang="en-DE" dirty="0"/>
            <a:t> automation</a:t>
          </a:r>
          <a:endParaRPr lang="en-US" dirty="0"/>
        </a:p>
      </dgm:t>
    </dgm:pt>
    <dgm:pt modelId="{E2F71D5B-2A79-479A-939D-3029A1C58212}" type="parTrans" cxnId="{17C48579-45D2-42BB-92E9-C43CC4FCF5F4}">
      <dgm:prSet/>
      <dgm:spPr/>
      <dgm:t>
        <a:bodyPr/>
        <a:lstStyle/>
        <a:p>
          <a:endParaRPr lang="en-US"/>
        </a:p>
      </dgm:t>
    </dgm:pt>
    <dgm:pt modelId="{93BD06EB-9796-468E-BBB4-9DC7B425CF73}" type="sibTrans" cxnId="{17C48579-45D2-42BB-92E9-C43CC4FCF5F4}">
      <dgm:prSet/>
      <dgm:spPr/>
      <dgm:t>
        <a:bodyPr/>
        <a:lstStyle/>
        <a:p>
          <a:endParaRPr lang="en-US"/>
        </a:p>
      </dgm:t>
    </dgm:pt>
    <dgm:pt modelId="{717E6A59-0F63-4AFA-95A1-CC44B2D5F327}" type="pres">
      <dgm:prSet presAssocID="{FD661ADA-DD8E-4188-AC27-F576EFCC9394}" presName="linear" presStyleCnt="0">
        <dgm:presLayoutVars>
          <dgm:animLvl val="lvl"/>
          <dgm:resizeHandles val="exact"/>
        </dgm:presLayoutVars>
      </dgm:prSet>
      <dgm:spPr/>
    </dgm:pt>
    <dgm:pt modelId="{CC6749B7-99C1-4BF9-A620-3E35B83F8506}" type="pres">
      <dgm:prSet presAssocID="{C3ABE3EE-34D2-49FC-951C-0FCC48B54CA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9680322-F164-4551-BF1C-DCC52431FE01}" type="pres">
      <dgm:prSet presAssocID="{F70D260A-E340-4001-B2A7-64AFA8AAC7E7}" presName="spacer" presStyleCnt="0"/>
      <dgm:spPr/>
    </dgm:pt>
    <dgm:pt modelId="{4AD70D2D-9450-40BB-8E1C-D94EFA254C72}" type="pres">
      <dgm:prSet presAssocID="{872F4F2D-9E87-4D3F-ABA8-F009476DB25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31B2F1B-6E34-4223-97B0-0F71655209B5}" type="pres">
      <dgm:prSet presAssocID="{2BC3688E-65F1-4BC1-8FFB-CF3EAAEA91CA}" presName="spacer" presStyleCnt="0"/>
      <dgm:spPr/>
    </dgm:pt>
    <dgm:pt modelId="{108DFA06-1266-43ED-8D79-A929454BE845}" type="pres">
      <dgm:prSet presAssocID="{3F3C17DF-72E2-4A6C-B4FE-659D63E9796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E8481EA-2A69-41A3-A0BF-CE8ADE89ABCF}" type="pres">
      <dgm:prSet presAssocID="{3CA02319-C82B-4A0B-8C78-8396672FF7A3}" presName="spacer" presStyleCnt="0"/>
      <dgm:spPr/>
    </dgm:pt>
    <dgm:pt modelId="{4ECF2618-C967-48ED-AAAF-F6FDE88E2922}" type="pres">
      <dgm:prSet presAssocID="{77A58CE9-C94A-45A6-96ED-8957ADD2957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1A9E649-0994-49E0-B2E0-C3BE98E4B053}" type="pres">
      <dgm:prSet presAssocID="{06346C60-0B15-479D-9DFE-74CB927AD555}" presName="spacer" presStyleCnt="0"/>
      <dgm:spPr/>
    </dgm:pt>
    <dgm:pt modelId="{182F1752-B895-43EA-8EC2-83C5DD10296B}" type="pres">
      <dgm:prSet presAssocID="{8782FEB5-3853-46AE-9AE4-5C66AC69F8F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51F2CE-4897-4A49-B08C-F7B047A8C274}" type="pres">
      <dgm:prSet presAssocID="{ACDB0601-C520-44EA-9617-0516CC1E1723}" presName="spacer" presStyleCnt="0"/>
      <dgm:spPr/>
    </dgm:pt>
    <dgm:pt modelId="{A17BE415-06AF-4AE3-9087-8BCE98D585BC}" type="pres">
      <dgm:prSet presAssocID="{2CBE1BAF-F4B7-4E24-8C36-A0BA75537FC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81C162D-0794-44B9-B0B3-03443A8BBDB8}" type="presOf" srcId="{8782FEB5-3853-46AE-9AE4-5C66AC69F8F4}" destId="{182F1752-B895-43EA-8EC2-83C5DD10296B}" srcOrd="0" destOrd="0" presId="urn:microsoft.com/office/officeart/2005/8/layout/vList2"/>
    <dgm:cxn modelId="{96B13045-055F-435E-AD59-B2B71D119F70}" srcId="{FD661ADA-DD8E-4188-AC27-F576EFCC9394}" destId="{C3ABE3EE-34D2-49FC-951C-0FCC48B54CA6}" srcOrd="0" destOrd="0" parTransId="{61BBB7C8-0F23-4FAE-9183-811B4FF40C4D}" sibTransId="{F70D260A-E340-4001-B2A7-64AFA8AAC7E7}"/>
    <dgm:cxn modelId="{D0D25B53-427E-4107-9F3D-FCA22B31E76F}" srcId="{FD661ADA-DD8E-4188-AC27-F576EFCC9394}" destId="{872F4F2D-9E87-4D3F-ABA8-F009476DB250}" srcOrd="1" destOrd="0" parTransId="{14C686CC-D07B-4F49-8B60-EC63EFA0D6CF}" sibTransId="{2BC3688E-65F1-4BC1-8FFB-CF3EAAEA91CA}"/>
    <dgm:cxn modelId="{9DB43F59-A181-4047-9915-4C57E7812CCF}" type="presOf" srcId="{872F4F2D-9E87-4D3F-ABA8-F009476DB250}" destId="{4AD70D2D-9450-40BB-8E1C-D94EFA254C72}" srcOrd="0" destOrd="0" presId="urn:microsoft.com/office/officeart/2005/8/layout/vList2"/>
    <dgm:cxn modelId="{17C48579-45D2-42BB-92E9-C43CC4FCF5F4}" srcId="{FD661ADA-DD8E-4188-AC27-F576EFCC9394}" destId="{2CBE1BAF-F4B7-4E24-8C36-A0BA75537FC9}" srcOrd="5" destOrd="0" parTransId="{E2F71D5B-2A79-479A-939D-3029A1C58212}" sibTransId="{93BD06EB-9796-468E-BBB4-9DC7B425CF73}"/>
    <dgm:cxn modelId="{F9349A7D-77A6-4FCC-824E-55C14233E65A}" srcId="{FD661ADA-DD8E-4188-AC27-F576EFCC9394}" destId="{8782FEB5-3853-46AE-9AE4-5C66AC69F8F4}" srcOrd="4" destOrd="0" parTransId="{3EBC081A-4C9B-4924-A5A7-BB08D2C30E83}" sibTransId="{ACDB0601-C520-44EA-9617-0516CC1E1723}"/>
    <dgm:cxn modelId="{055A5198-80AF-483A-AB0C-C9E5171F1C0E}" srcId="{FD661ADA-DD8E-4188-AC27-F576EFCC9394}" destId="{77A58CE9-C94A-45A6-96ED-8957ADD29577}" srcOrd="3" destOrd="0" parTransId="{394FEB89-7E16-48C1-9AFB-FE0FA1A92FAC}" sibTransId="{06346C60-0B15-479D-9DFE-74CB927AD555}"/>
    <dgm:cxn modelId="{A5F00EB2-8F34-4461-83A1-4A85A5815926}" srcId="{FD661ADA-DD8E-4188-AC27-F576EFCC9394}" destId="{3F3C17DF-72E2-4A6C-B4FE-659D63E97967}" srcOrd="2" destOrd="0" parTransId="{753B9094-E007-4EED-A3E9-E2CDA49940FB}" sibTransId="{3CA02319-C82B-4A0B-8C78-8396672FF7A3}"/>
    <dgm:cxn modelId="{1EB8FAB2-CB7E-4C12-BE8B-78873D184437}" type="presOf" srcId="{FD661ADA-DD8E-4188-AC27-F576EFCC9394}" destId="{717E6A59-0F63-4AFA-95A1-CC44B2D5F327}" srcOrd="0" destOrd="0" presId="urn:microsoft.com/office/officeart/2005/8/layout/vList2"/>
    <dgm:cxn modelId="{0CC044CA-F263-4069-9B4F-6432A2C47A3A}" type="presOf" srcId="{3F3C17DF-72E2-4A6C-B4FE-659D63E97967}" destId="{108DFA06-1266-43ED-8D79-A929454BE845}" srcOrd="0" destOrd="0" presId="urn:microsoft.com/office/officeart/2005/8/layout/vList2"/>
    <dgm:cxn modelId="{8583ABD4-9296-4641-B9DC-BBB978FA12F8}" type="presOf" srcId="{C3ABE3EE-34D2-49FC-951C-0FCC48B54CA6}" destId="{CC6749B7-99C1-4BF9-A620-3E35B83F8506}" srcOrd="0" destOrd="0" presId="urn:microsoft.com/office/officeart/2005/8/layout/vList2"/>
    <dgm:cxn modelId="{693FB2E2-FE5C-4362-AB2D-9BB13002D0BA}" type="presOf" srcId="{77A58CE9-C94A-45A6-96ED-8957ADD29577}" destId="{4ECF2618-C967-48ED-AAAF-F6FDE88E2922}" srcOrd="0" destOrd="0" presId="urn:microsoft.com/office/officeart/2005/8/layout/vList2"/>
    <dgm:cxn modelId="{C98BB5F4-3285-4E30-88F1-04D52EF0276D}" type="presOf" srcId="{2CBE1BAF-F4B7-4E24-8C36-A0BA75537FC9}" destId="{A17BE415-06AF-4AE3-9087-8BCE98D585BC}" srcOrd="0" destOrd="0" presId="urn:microsoft.com/office/officeart/2005/8/layout/vList2"/>
    <dgm:cxn modelId="{4F9090B5-A82C-448D-965A-CAFB10D6998F}" type="presParOf" srcId="{717E6A59-0F63-4AFA-95A1-CC44B2D5F327}" destId="{CC6749B7-99C1-4BF9-A620-3E35B83F8506}" srcOrd="0" destOrd="0" presId="urn:microsoft.com/office/officeart/2005/8/layout/vList2"/>
    <dgm:cxn modelId="{B3110775-FAB9-47F0-8142-9AA9DAA8D35E}" type="presParOf" srcId="{717E6A59-0F63-4AFA-95A1-CC44B2D5F327}" destId="{89680322-F164-4551-BF1C-DCC52431FE01}" srcOrd="1" destOrd="0" presId="urn:microsoft.com/office/officeart/2005/8/layout/vList2"/>
    <dgm:cxn modelId="{E80716D9-6A61-4C3D-BA17-A9C70EE3FD3F}" type="presParOf" srcId="{717E6A59-0F63-4AFA-95A1-CC44B2D5F327}" destId="{4AD70D2D-9450-40BB-8E1C-D94EFA254C72}" srcOrd="2" destOrd="0" presId="urn:microsoft.com/office/officeart/2005/8/layout/vList2"/>
    <dgm:cxn modelId="{84FAE0E3-2FAD-4409-9125-3A241F5A16E5}" type="presParOf" srcId="{717E6A59-0F63-4AFA-95A1-CC44B2D5F327}" destId="{831B2F1B-6E34-4223-97B0-0F71655209B5}" srcOrd="3" destOrd="0" presId="urn:microsoft.com/office/officeart/2005/8/layout/vList2"/>
    <dgm:cxn modelId="{695FF16F-47F2-4D7A-A091-0D739B05013A}" type="presParOf" srcId="{717E6A59-0F63-4AFA-95A1-CC44B2D5F327}" destId="{108DFA06-1266-43ED-8D79-A929454BE845}" srcOrd="4" destOrd="0" presId="urn:microsoft.com/office/officeart/2005/8/layout/vList2"/>
    <dgm:cxn modelId="{A9E07185-D065-46F3-B398-1FAB11FA2C68}" type="presParOf" srcId="{717E6A59-0F63-4AFA-95A1-CC44B2D5F327}" destId="{BE8481EA-2A69-41A3-A0BF-CE8ADE89ABCF}" srcOrd="5" destOrd="0" presId="urn:microsoft.com/office/officeart/2005/8/layout/vList2"/>
    <dgm:cxn modelId="{BAF6B71B-CDFD-4CEF-94F1-AC263E2218D9}" type="presParOf" srcId="{717E6A59-0F63-4AFA-95A1-CC44B2D5F327}" destId="{4ECF2618-C967-48ED-AAAF-F6FDE88E2922}" srcOrd="6" destOrd="0" presId="urn:microsoft.com/office/officeart/2005/8/layout/vList2"/>
    <dgm:cxn modelId="{A12C6654-B224-4C41-A37B-58813D36953C}" type="presParOf" srcId="{717E6A59-0F63-4AFA-95A1-CC44B2D5F327}" destId="{51A9E649-0994-49E0-B2E0-C3BE98E4B053}" srcOrd="7" destOrd="0" presId="urn:microsoft.com/office/officeart/2005/8/layout/vList2"/>
    <dgm:cxn modelId="{EEB56D74-EABE-4678-A82B-BAFD1AB25F9B}" type="presParOf" srcId="{717E6A59-0F63-4AFA-95A1-CC44B2D5F327}" destId="{182F1752-B895-43EA-8EC2-83C5DD10296B}" srcOrd="8" destOrd="0" presId="urn:microsoft.com/office/officeart/2005/8/layout/vList2"/>
    <dgm:cxn modelId="{F9143204-B39C-49DB-92B7-DFF999D4C179}" type="presParOf" srcId="{717E6A59-0F63-4AFA-95A1-CC44B2D5F327}" destId="{7351F2CE-4897-4A49-B08C-F7B047A8C274}" srcOrd="9" destOrd="0" presId="urn:microsoft.com/office/officeart/2005/8/layout/vList2"/>
    <dgm:cxn modelId="{5862678F-7409-42B6-86A3-6DDDC9B13A0C}" type="presParOf" srcId="{717E6A59-0F63-4AFA-95A1-CC44B2D5F327}" destId="{A17BE415-06AF-4AE3-9087-8BCE98D585B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2BB9F3-3C89-44B8-98CF-452D6CC25773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63D1DA-FD4C-420F-ADE3-CF93EFE74D20}">
      <dgm:prSet/>
      <dgm:spPr/>
      <dgm:t>
        <a:bodyPr/>
        <a:lstStyle/>
        <a:p>
          <a:r>
            <a:rPr lang="en-GB"/>
            <a:t>Prepare processed data for visualization</a:t>
          </a:r>
          <a:endParaRPr lang="en-US"/>
        </a:p>
      </dgm:t>
    </dgm:pt>
    <dgm:pt modelId="{3DF9289B-CB46-4CB0-BFF8-C6F374CC8E57}" type="parTrans" cxnId="{67A51957-8B5E-45A5-BE0C-2259F4181992}">
      <dgm:prSet/>
      <dgm:spPr/>
      <dgm:t>
        <a:bodyPr/>
        <a:lstStyle/>
        <a:p>
          <a:endParaRPr lang="en-US"/>
        </a:p>
      </dgm:t>
    </dgm:pt>
    <dgm:pt modelId="{DFE7DF10-BF4E-4A6E-9C1A-55BE156A6E35}" type="sibTrans" cxnId="{67A51957-8B5E-45A5-BE0C-2259F4181992}">
      <dgm:prSet/>
      <dgm:spPr/>
      <dgm:t>
        <a:bodyPr/>
        <a:lstStyle/>
        <a:p>
          <a:endParaRPr lang="en-US"/>
        </a:p>
      </dgm:t>
    </dgm:pt>
    <dgm:pt modelId="{A41C7157-D672-4F0F-807F-61CA88A3B7F9}">
      <dgm:prSet/>
      <dgm:spPr/>
      <dgm:t>
        <a:bodyPr/>
        <a:lstStyle/>
        <a:p>
          <a:r>
            <a:rPr lang="en-DE"/>
            <a:t>Store in PostgreSQL or Google Sheets</a:t>
          </a:r>
          <a:endParaRPr lang="en-US"/>
        </a:p>
      </dgm:t>
    </dgm:pt>
    <dgm:pt modelId="{FFAEA453-A8EC-423A-B842-D4C5D44414FF}" type="parTrans" cxnId="{5DE749B5-625F-4271-9338-F07FB0A823E6}">
      <dgm:prSet/>
      <dgm:spPr/>
      <dgm:t>
        <a:bodyPr/>
        <a:lstStyle/>
        <a:p>
          <a:endParaRPr lang="en-US"/>
        </a:p>
      </dgm:t>
    </dgm:pt>
    <dgm:pt modelId="{2E01AA0F-A367-4374-9448-31FF170FDE99}" type="sibTrans" cxnId="{5DE749B5-625F-4271-9338-F07FB0A823E6}">
      <dgm:prSet/>
      <dgm:spPr/>
      <dgm:t>
        <a:bodyPr/>
        <a:lstStyle/>
        <a:p>
          <a:endParaRPr lang="en-US"/>
        </a:p>
      </dgm:t>
    </dgm:pt>
    <dgm:pt modelId="{7DDFD1EC-0613-4767-B438-9DC1E11291E4}">
      <dgm:prSet/>
      <dgm:spPr/>
      <dgm:t>
        <a:bodyPr/>
        <a:lstStyle/>
        <a:p>
          <a:r>
            <a:rPr lang="en-DE"/>
            <a:t>ETL (n8n or Python) aggregates:</a:t>
          </a:r>
          <a:endParaRPr lang="en-US"/>
        </a:p>
      </dgm:t>
    </dgm:pt>
    <dgm:pt modelId="{74DB0282-905E-4FE8-89BE-B5E980FC4927}" type="parTrans" cxnId="{2B538F5F-9A30-4AC9-8ECD-A19050319287}">
      <dgm:prSet/>
      <dgm:spPr/>
      <dgm:t>
        <a:bodyPr/>
        <a:lstStyle/>
        <a:p>
          <a:endParaRPr lang="en-US"/>
        </a:p>
      </dgm:t>
    </dgm:pt>
    <dgm:pt modelId="{193B356E-2F46-4D81-B32D-B3CC112E63E9}" type="sibTrans" cxnId="{2B538F5F-9A30-4AC9-8ECD-A19050319287}">
      <dgm:prSet/>
      <dgm:spPr/>
      <dgm:t>
        <a:bodyPr/>
        <a:lstStyle/>
        <a:p>
          <a:endParaRPr lang="en-US"/>
        </a:p>
      </dgm:t>
    </dgm:pt>
    <dgm:pt modelId="{6D6BD66A-BACC-4DE8-BFA0-E125D1EA0B90}">
      <dgm:prSet/>
      <dgm:spPr/>
      <dgm:t>
        <a:bodyPr/>
        <a:lstStyle/>
        <a:p>
          <a:r>
            <a:rPr lang="en-DE"/>
            <a:t>Avg. sentiment per model</a:t>
          </a:r>
          <a:endParaRPr lang="en-US"/>
        </a:p>
      </dgm:t>
    </dgm:pt>
    <dgm:pt modelId="{E058A4A2-9354-4641-8C13-EF793A3C535C}" type="parTrans" cxnId="{0FEBF242-7F1C-4951-AA12-4C5C3034274E}">
      <dgm:prSet/>
      <dgm:spPr/>
      <dgm:t>
        <a:bodyPr/>
        <a:lstStyle/>
        <a:p>
          <a:endParaRPr lang="en-US"/>
        </a:p>
      </dgm:t>
    </dgm:pt>
    <dgm:pt modelId="{D3C0958A-A595-4801-9B1B-223ACDAA8157}" type="sibTrans" cxnId="{0FEBF242-7F1C-4951-AA12-4C5C3034274E}">
      <dgm:prSet/>
      <dgm:spPr/>
      <dgm:t>
        <a:bodyPr/>
        <a:lstStyle/>
        <a:p>
          <a:endParaRPr lang="en-US"/>
        </a:p>
      </dgm:t>
    </dgm:pt>
    <dgm:pt modelId="{8181AAED-B8FC-4EC0-9092-CDBEACDDA49F}">
      <dgm:prSet/>
      <dgm:spPr/>
      <dgm:t>
        <a:bodyPr/>
        <a:lstStyle/>
        <a:p>
          <a:r>
            <a:rPr lang="en-DE"/>
            <a:t>Sentiment trends over time</a:t>
          </a:r>
          <a:endParaRPr lang="en-US"/>
        </a:p>
      </dgm:t>
    </dgm:pt>
    <dgm:pt modelId="{237A593B-86D4-4B45-BC8C-184B3BB88D27}" type="parTrans" cxnId="{7A7104EA-887E-4F85-8888-BD2F2AC077D5}">
      <dgm:prSet/>
      <dgm:spPr/>
      <dgm:t>
        <a:bodyPr/>
        <a:lstStyle/>
        <a:p>
          <a:endParaRPr lang="en-US"/>
        </a:p>
      </dgm:t>
    </dgm:pt>
    <dgm:pt modelId="{C9FE80B9-F149-44A5-BA47-D8D82CB4EDEA}" type="sibTrans" cxnId="{7A7104EA-887E-4F85-8888-BD2F2AC077D5}">
      <dgm:prSet/>
      <dgm:spPr/>
      <dgm:t>
        <a:bodyPr/>
        <a:lstStyle/>
        <a:p>
          <a:endParaRPr lang="en-US"/>
        </a:p>
      </dgm:t>
    </dgm:pt>
    <dgm:pt modelId="{78B81FD7-D863-4C55-81C1-2874B1DD3B0E}">
      <dgm:prSet/>
      <dgm:spPr/>
      <dgm:t>
        <a:bodyPr/>
        <a:lstStyle/>
        <a:p>
          <a:r>
            <a:rPr lang="en-DE"/>
            <a:t>Frequency of topics/aspects</a:t>
          </a:r>
          <a:endParaRPr lang="en-US"/>
        </a:p>
      </dgm:t>
    </dgm:pt>
    <dgm:pt modelId="{A4E6A892-9F99-41A7-A673-4AC5AB91BA15}" type="parTrans" cxnId="{40F9D3F2-7A18-4163-BE6E-01C1FF71305C}">
      <dgm:prSet/>
      <dgm:spPr/>
      <dgm:t>
        <a:bodyPr/>
        <a:lstStyle/>
        <a:p>
          <a:endParaRPr lang="en-US"/>
        </a:p>
      </dgm:t>
    </dgm:pt>
    <dgm:pt modelId="{4E979E47-A503-488A-A234-6EB858558E64}" type="sibTrans" cxnId="{40F9D3F2-7A18-4163-BE6E-01C1FF71305C}">
      <dgm:prSet/>
      <dgm:spPr/>
      <dgm:t>
        <a:bodyPr/>
        <a:lstStyle/>
        <a:p>
          <a:endParaRPr lang="en-US"/>
        </a:p>
      </dgm:t>
    </dgm:pt>
    <dgm:pt modelId="{E79B8CEA-DE50-4D78-9E3B-D5C870D12307}" type="pres">
      <dgm:prSet presAssocID="{3B2BB9F3-3C89-44B8-98CF-452D6CC25773}" presName="linear" presStyleCnt="0">
        <dgm:presLayoutVars>
          <dgm:animLvl val="lvl"/>
          <dgm:resizeHandles val="exact"/>
        </dgm:presLayoutVars>
      </dgm:prSet>
      <dgm:spPr/>
    </dgm:pt>
    <dgm:pt modelId="{8B9F4F7C-132A-4A0E-9D65-89ACC5D4F644}" type="pres">
      <dgm:prSet presAssocID="{E763D1DA-FD4C-420F-ADE3-CF93EFE74D2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040CFA5-5D56-448F-80C7-CAE534E355BB}" type="pres">
      <dgm:prSet presAssocID="{DFE7DF10-BF4E-4A6E-9C1A-55BE156A6E35}" presName="spacer" presStyleCnt="0"/>
      <dgm:spPr/>
    </dgm:pt>
    <dgm:pt modelId="{A150FDD7-58AF-4F0F-BD38-144608387189}" type="pres">
      <dgm:prSet presAssocID="{A41C7157-D672-4F0F-807F-61CA88A3B7F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59AF2F3-7EFB-484B-BBD1-E2C9D64ADDFD}" type="pres">
      <dgm:prSet presAssocID="{2E01AA0F-A367-4374-9448-31FF170FDE99}" presName="spacer" presStyleCnt="0"/>
      <dgm:spPr/>
    </dgm:pt>
    <dgm:pt modelId="{29648913-62F2-4EBB-8544-28727E693693}" type="pres">
      <dgm:prSet presAssocID="{7DDFD1EC-0613-4767-B438-9DC1E11291E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3EC682D-6569-4D45-BB98-37CF4DB9FDE5}" type="pres">
      <dgm:prSet presAssocID="{193B356E-2F46-4D81-B32D-B3CC112E63E9}" presName="spacer" presStyleCnt="0"/>
      <dgm:spPr/>
    </dgm:pt>
    <dgm:pt modelId="{F0000C75-DC2D-40C6-B95C-AE3D74DC601A}" type="pres">
      <dgm:prSet presAssocID="{6D6BD66A-BACC-4DE8-BFA0-E125D1EA0B9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7B33613-150A-4BBA-A31F-1208B08EC40B}" type="pres">
      <dgm:prSet presAssocID="{D3C0958A-A595-4801-9B1B-223ACDAA8157}" presName="spacer" presStyleCnt="0"/>
      <dgm:spPr/>
    </dgm:pt>
    <dgm:pt modelId="{207F72E8-8CC5-4620-810F-E7DE9D5AEFBF}" type="pres">
      <dgm:prSet presAssocID="{8181AAED-B8FC-4EC0-9092-CDBEACDDA49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73DC0BE-F84B-4EDC-85C4-8E86CCD42BDC}" type="pres">
      <dgm:prSet presAssocID="{C9FE80B9-F149-44A5-BA47-D8D82CB4EDEA}" presName="spacer" presStyleCnt="0"/>
      <dgm:spPr/>
    </dgm:pt>
    <dgm:pt modelId="{4882D0CC-5C02-4EA8-A04F-2FFD855128D0}" type="pres">
      <dgm:prSet presAssocID="{78B81FD7-D863-4C55-81C1-2874B1DD3B0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91E610C-6071-40CA-9CCB-790745EA774D}" type="presOf" srcId="{A41C7157-D672-4F0F-807F-61CA88A3B7F9}" destId="{A150FDD7-58AF-4F0F-BD38-144608387189}" srcOrd="0" destOrd="0" presId="urn:microsoft.com/office/officeart/2005/8/layout/vList2"/>
    <dgm:cxn modelId="{2B538F5F-9A30-4AC9-8ECD-A19050319287}" srcId="{3B2BB9F3-3C89-44B8-98CF-452D6CC25773}" destId="{7DDFD1EC-0613-4767-B438-9DC1E11291E4}" srcOrd="2" destOrd="0" parTransId="{74DB0282-905E-4FE8-89BE-B5E980FC4927}" sibTransId="{193B356E-2F46-4D81-B32D-B3CC112E63E9}"/>
    <dgm:cxn modelId="{0FEBF242-7F1C-4951-AA12-4C5C3034274E}" srcId="{3B2BB9F3-3C89-44B8-98CF-452D6CC25773}" destId="{6D6BD66A-BACC-4DE8-BFA0-E125D1EA0B90}" srcOrd="3" destOrd="0" parTransId="{E058A4A2-9354-4641-8C13-EF793A3C535C}" sibTransId="{D3C0958A-A595-4801-9B1B-223ACDAA8157}"/>
    <dgm:cxn modelId="{9BF1D448-5A00-42F5-9BC3-6D4AFC68461D}" type="presOf" srcId="{7DDFD1EC-0613-4767-B438-9DC1E11291E4}" destId="{29648913-62F2-4EBB-8544-28727E693693}" srcOrd="0" destOrd="0" presId="urn:microsoft.com/office/officeart/2005/8/layout/vList2"/>
    <dgm:cxn modelId="{E171286D-39D0-40F0-AA5B-3D0883FCDA36}" type="presOf" srcId="{8181AAED-B8FC-4EC0-9092-CDBEACDDA49F}" destId="{207F72E8-8CC5-4620-810F-E7DE9D5AEFBF}" srcOrd="0" destOrd="0" presId="urn:microsoft.com/office/officeart/2005/8/layout/vList2"/>
    <dgm:cxn modelId="{67A51957-8B5E-45A5-BE0C-2259F4181992}" srcId="{3B2BB9F3-3C89-44B8-98CF-452D6CC25773}" destId="{E763D1DA-FD4C-420F-ADE3-CF93EFE74D20}" srcOrd="0" destOrd="0" parTransId="{3DF9289B-CB46-4CB0-BFF8-C6F374CC8E57}" sibTransId="{DFE7DF10-BF4E-4A6E-9C1A-55BE156A6E35}"/>
    <dgm:cxn modelId="{58677B9F-E037-4063-B363-D7ABE43415F2}" type="presOf" srcId="{78B81FD7-D863-4C55-81C1-2874B1DD3B0E}" destId="{4882D0CC-5C02-4EA8-A04F-2FFD855128D0}" srcOrd="0" destOrd="0" presId="urn:microsoft.com/office/officeart/2005/8/layout/vList2"/>
    <dgm:cxn modelId="{2E849FB1-78B0-40B7-ACE3-92B327F7F5D4}" type="presOf" srcId="{E763D1DA-FD4C-420F-ADE3-CF93EFE74D20}" destId="{8B9F4F7C-132A-4A0E-9D65-89ACC5D4F644}" srcOrd="0" destOrd="0" presId="urn:microsoft.com/office/officeart/2005/8/layout/vList2"/>
    <dgm:cxn modelId="{E5FA30B2-B85B-4415-8F7A-EADD92F44A7B}" type="presOf" srcId="{6D6BD66A-BACC-4DE8-BFA0-E125D1EA0B90}" destId="{F0000C75-DC2D-40C6-B95C-AE3D74DC601A}" srcOrd="0" destOrd="0" presId="urn:microsoft.com/office/officeart/2005/8/layout/vList2"/>
    <dgm:cxn modelId="{5DE749B5-625F-4271-9338-F07FB0A823E6}" srcId="{3B2BB9F3-3C89-44B8-98CF-452D6CC25773}" destId="{A41C7157-D672-4F0F-807F-61CA88A3B7F9}" srcOrd="1" destOrd="0" parTransId="{FFAEA453-A8EC-423A-B842-D4C5D44414FF}" sibTransId="{2E01AA0F-A367-4374-9448-31FF170FDE99}"/>
    <dgm:cxn modelId="{571E5FC4-EC2F-4B1F-81A7-99EB7F0ED443}" type="presOf" srcId="{3B2BB9F3-3C89-44B8-98CF-452D6CC25773}" destId="{E79B8CEA-DE50-4D78-9E3B-D5C870D12307}" srcOrd="0" destOrd="0" presId="urn:microsoft.com/office/officeart/2005/8/layout/vList2"/>
    <dgm:cxn modelId="{7A7104EA-887E-4F85-8888-BD2F2AC077D5}" srcId="{3B2BB9F3-3C89-44B8-98CF-452D6CC25773}" destId="{8181AAED-B8FC-4EC0-9092-CDBEACDDA49F}" srcOrd="4" destOrd="0" parTransId="{237A593B-86D4-4B45-BC8C-184B3BB88D27}" sibTransId="{C9FE80B9-F149-44A5-BA47-D8D82CB4EDEA}"/>
    <dgm:cxn modelId="{40F9D3F2-7A18-4163-BE6E-01C1FF71305C}" srcId="{3B2BB9F3-3C89-44B8-98CF-452D6CC25773}" destId="{78B81FD7-D863-4C55-81C1-2874B1DD3B0E}" srcOrd="5" destOrd="0" parTransId="{A4E6A892-9F99-41A7-A673-4AC5AB91BA15}" sibTransId="{4E979E47-A503-488A-A234-6EB858558E64}"/>
    <dgm:cxn modelId="{5E7EDBD0-2588-480F-9C61-A488704A91B0}" type="presParOf" srcId="{E79B8CEA-DE50-4D78-9E3B-D5C870D12307}" destId="{8B9F4F7C-132A-4A0E-9D65-89ACC5D4F644}" srcOrd="0" destOrd="0" presId="urn:microsoft.com/office/officeart/2005/8/layout/vList2"/>
    <dgm:cxn modelId="{A35392F3-FE3F-4F51-B719-3A22151D28BD}" type="presParOf" srcId="{E79B8CEA-DE50-4D78-9E3B-D5C870D12307}" destId="{E040CFA5-5D56-448F-80C7-CAE534E355BB}" srcOrd="1" destOrd="0" presId="urn:microsoft.com/office/officeart/2005/8/layout/vList2"/>
    <dgm:cxn modelId="{080C1592-B6FA-4771-AFB6-F2FD452C8309}" type="presParOf" srcId="{E79B8CEA-DE50-4D78-9E3B-D5C870D12307}" destId="{A150FDD7-58AF-4F0F-BD38-144608387189}" srcOrd="2" destOrd="0" presId="urn:microsoft.com/office/officeart/2005/8/layout/vList2"/>
    <dgm:cxn modelId="{B6F18F18-7915-42E4-893D-B3D140144700}" type="presParOf" srcId="{E79B8CEA-DE50-4D78-9E3B-D5C870D12307}" destId="{059AF2F3-7EFB-484B-BBD1-E2C9D64ADDFD}" srcOrd="3" destOrd="0" presId="urn:microsoft.com/office/officeart/2005/8/layout/vList2"/>
    <dgm:cxn modelId="{8A407C9A-A8C5-47CE-8429-A3507D881605}" type="presParOf" srcId="{E79B8CEA-DE50-4D78-9E3B-D5C870D12307}" destId="{29648913-62F2-4EBB-8544-28727E693693}" srcOrd="4" destOrd="0" presId="urn:microsoft.com/office/officeart/2005/8/layout/vList2"/>
    <dgm:cxn modelId="{85D31980-D174-47FE-8398-6F615DCB8C86}" type="presParOf" srcId="{E79B8CEA-DE50-4D78-9E3B-D5C870D12307}" destId="{03EC682D-6569-4D45-BB98-37CF4DB9FDE5}" srcOrd="5" destOrd="0" presId="urn:microsoft.com/office/officeart/2005/8/layout/vList2"/>
    <dgm:cxn modelId="{7C3425E0-0A5E-4B49-9102-B4AB2DC569BB}" type="presParOf" srcId="{E79B8CEA-DE50-4D78-9E3B-D5C870D12307}" destId="{F0000C75-DC2D-40C6-B95C-AE3D74DC601A}" srcOrd="6" destOrd="0" presId="urn:microsoft.com/office/officeart/2005/8/layout/vList2"/>
    <dgm:cxn modelId="{AD2493BD-92ED-4688-BAA6-CA5409DD45DA}" type="presParOf" srcId="{E79B8CEA-DE50-4D78-9E3B-D5C870D12307}" destId="{C7B33613-150A-4BBA-A31F-1208B08EC40B}" srcOrd="7" destOrd="0" presId="urn:microsoft.com/office/officeart/2005/8/layout/vList2"/>
    <dgm:cxn modelId="{1804F0C0-624D-4A14-BA67-2A722E777B9F}" type="presParOf" srcId="{E79B8CEA-DE50-4D78-9E3B-D5C870D12307}" destId="{207F72E8-8CC5-4620-810F-E7DE9D5AEFBF}" srcOrd="8" destOrd="0" presId="urn:microsoft.com/office/officeart/2005/8/layout/vList2"/>
    <dgm:cxn modelId="{53D4D7F2-8AD1-4685-B1C8-62E4F5F07979}" type="presParOf" srcId="{E79B8CEA-DE50-4D78-9E3B-D5C870D12307}" destId="{A73DC0BE-F84B-4EDC-85C4-8E86CCD42BDC}" srcOrd="9" destOrd="0" presId="urn:microsoft.com/office/officeart/2005/8/layout/vList2"/>
    <dgm:cxn modelId="{EC401B21-13D5-4B10-83B1-1D8177138B18}" type="presParOf" srcId="{E79B8CEA-DE50-4D78-9E3B-D5C870D12307}" destId="{4882D0CC-5C02-4EA8-A04F-2FFD855128D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7BD1D-0E0C-4256-8E19-D316CD2423EB}">
      <dsp:nvSpPr>
        <dsp:cNvPr id="0" name=""/>
        <dsp:cNvSpPr/>
      </dsp:nvSpPr>
      <dsp:spPr>
        <a:xfrm>
          <a:off x="2416864" y="1126673"/>
          <a:ext cx="5254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43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65679" y="1169613"/>
        <a:ext cx="27801" cy="5560"/>
      </dsp:txXfrm>
    </dsp:sp>
    <dsp:sp modelId="{B31686D5-1834-43B7-9593-28B9ECDCB4C0}">
      <dsp:nvSpPr>
        <dsp:cNvPr id="0" name=""/>
        <dsp:cNvSpPr/>
      </dsp:nvSpPr>
      <dsp:spPr>
        <a:xfrm>
          <a:off x="1132" y="447133"/>
          <a:ext cx="2417531" cy="145051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461" tIns="124346" rIns="118461" bIns="12434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Build an automated system to track AI/LLM discussions on Hacker News</a:t>
          </a:r>
          <a:endParaRPr lang="en-US" sz="2000" kern="1200"/>
        </a:p>
      </dsp:txBody>
      <dsp:txXfrm>
        <a:off x="1132" y="447133"/>
        <a:ext cx="2417531" cy="1450519"/>
      </dsp:txXfrm>
    </dsp:sp>
    <dsp:sp modelId="{34486A30-7F43-44C3-A0D5-D199414E96C7}">
      <dsp:nvSpPr>
        <dsp:cNvPr id="0" name=""/>
        <dsp:cNvSpPr/>
      </dsp:nvSpPr>
      <dsp:spPr>
        <a:xfrm>
          <a:off x="1209898" y="1895852"/>
          <a:ext cx="2973564" cy="525432"/>
        </a:xfrm>
        <a:custGeom>
          <a:avLst/>
          <a:gdLst/>
          <a:ahLst/>
          <a:cxnLst/>
          <a:rect l="0" t="0" r="0" b="0"/>
          <a:pathLst>
            <a:path>
              <a:moveTo>
                <a:pt x="2973564" y="0"/>
              </a:moveTo>
              <a:lnTo>
                <a:pt x="2973564" y="279816"/>
              </a:lnTo>
              <a:lnTo>
                <a:pt x="0" y="279816"/>
              </a:lnTo>
              <a:lnTo>
                <a:pt x="0" y="525432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1052" y="2155788"/>
        <a:ext cx="151255" cy="5560"/>
      </dsp:txXfrm>
    </dsp:sp>
    <dsp:sp modelId="{1FE8C9B8-CD76-419D-8B72-05A8ECEB8AFB}">
      <dsp:nvSpPr>
        <dsp:cNvPr id="0" name=""/>
        <dsp:cNvSpPr/>
      </dsp:nvSpPr>
      <dsp:spPr>
        <a:xfrm>
          <a:off x="2974696" y="447133"/>
          <a:ext cx="2417531" cy="1450519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461" tIns="124346" rIns="118461" bIns="12434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Analyse sentiment and key discussion aspects (ethics, jobs, tools, etc.)</a:t>
          </a:r>
          <a:endParaRPr lang="en-US" sz="2000" kern="1200"/>
        </a:p>
      </dsp:txBody>
      <dsp:txXfrm>
        <a:off x="2974696" y="447133"/>
        <a:ext cx="2417531" cy="1450519"/>
      </dsp:txXfrm>
    </dsp:sp>
    <dsp:sp modelId="{CF405B99-F8E9-4B47-8069-815AB22EF073}">
      <dsp:nvSpPr>
        <dsp:cNvPr id="0" name=""/>
        <dsp:cNvSpPr/>
      </dsp:nvSpPr>
      <dsp:spPr>
        <a:xfrm>
          <a:off x="1132" y="2453685"/>
          <a:ext cx="2417531" cy="1450519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461" tIns="124346" rIns="118461" bIns="12434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Visualize trends over time using Power BI</a:t>
          </a:r>
          <a:endParaRPr lang="en-US" sz="2000" kern="1200"/>
        </a:p>
      </dsp:txBody>
      <dsp:txXfrm>
        <a:off x="1132" y="2453685"/>
        <a:ext cx="2417531" cy="1450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6749B7-99C1-4BF9-A620-3E35B83F8506}">
      <dsp:nvSpPr>
        <dsp:cNvPr id="0" name=""/>
        <dsp:cNvSpPr/>
      </dsp:nvSpPr>
      <dsp:spPr>
        <a:xfrm>
          <a:off x="0" y="17030"/>
          <a:ext cx="5393361" cy="67874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Retrieving AI and LLM Discussions from Hacker News</a:t>
          </a:r>
          <a:endParaRPr lang="en-US" sz="1700" kern="1200"/>
        </a:p>
      </dsp:txBody>
      <dsp:txXfrm>
        <a:off x="33134" y="50164"/>
        <a:ext cx="5327093" cy="612478"/>
      </dsp:txXfrm>
    </dsp:sp>
    <dsp:sp modelId="{4AD70D2D-9450-40BB-8E1C-D94EFA254C72}">
      <dsp:nvSpPr>
        <dsp:cNvPr id="0" name=""/>
        <dsp:cNvSpPr/>
      </dsp:nvSpPr>
      <dsp:spPr>
        <a:xfrm>
          <a:off x="0" y="744736"/>
          <a:ext cx="5393361" cy="678746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kern="1200" dirty="0"/>
            <a:t>Use Hacker News API Endpoints</a:t>
          </a:r>
          <a:endParaRPr lang="en-US" sz="1700" kern="1200" dirty="0"/>
        </a:p>
      </dsp:txBody>
      <dsp:txXfrm>
        <a:off x="33134" y="777870"/>
        <a:ext cx="5327093" cy="612478"/>
      </dsp:txXfrm>
    </dsp:sp>
    <dsp:sp modelId="{108DFA06-1266-43ED-8D79-A929454BE845}">
      <dsp:nvSpPr>
        <dsp:cNvPr id="0" name=""/>
        <dsp:cNvSpPr/>
      </dsp:nvSpPr>
      <dsp:spPr>
        <a:xfrm>
          <a:off x="0" y="1472442"/>
          <a:ext cx="5393361" cy="678746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kern="1200"/>
            <a:t>Filter stories by AI keywords: </a:t>
          </a:r>
          <a:r>
            <a:rPr lang="en-DE" sz="1700" i="1" kern="1200"/>
            <a:t>AI, GPT, Claude, Anthropic, LLM</a:t>
          </a:r>
          <a:endParaRPr lang="en-US" sz="1700" kern="1200"/>
        </a:p>
      </dsp:txBody>
      <dsp:txXfrm>
        <a:off x="33134" y="1505576"/>
        <a:ext cx="5327093" cy="612478"/>
      </dsp:txXfrm>
    </dsp:sp>
    <dsp:sp modelId="{4ECF2618-C967-48ED-AAAF-F6FDE88E2922}">
      <dsp:nvSpPr>
        <dsp:cNvPr id="0" name=""/>
        <dsp:cNvSpPr/>
      </dsp:nvSpPr>
      <dsp:spPr>
        <a:xfrm>
          <a:off x="0" y="2200149"/>
          <a:ext cx="5393361" cy="678746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kern="1200" dirty="0"/>
            <a:t>Collect: title, URL, timestamp, score, author, comments</a:t>
          </a:r>
          <a:endParaRPr lang="en-US" sz="1700" kern="1200" dirty="0"/>
        </a:p>
      </dsp:txBody>
      <dsp:txXfrm>
        <a:off x="33134" y="2233283"/>
        <a:ext cx="5327093" cy="612478"/>
      </dsp:txXfrm>
    </dsp:sp>
    <dsp:sp modelId="{182F1752-B895-43EA-8EC2-83C5DD10296B}">
      <dsp:nvSpPr>
        <dsp:cNvPr id="0" name=""/>
        <dsp:cNvSpPr/>
      </dsp:nvSpPr>
      <dsp:spPr>
        <a:xfrm>
          <a:off x="0" y="2927855"/>
          <a:ext cx="5393361" cy="678746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kern="1200" dirty="0"/>
            <a:t>Recursively fetch nested comments</a:t>
          </a:r>
          <a:endParaRPr lang="en-US" sz="1700" kern="1200" dirty="0"/>
        </a:p>
      </dsp:txBody>
      <dsp:txXfrm>
        <a:off x="33134" y="2960989"/>
        <a:ext cx="5327093" cy="612478"/>
      </dsp:txXfrm>
    </dsp:sp>
    <dsp:sp modelId="{A17BE415-06AF-4AE3-9087-8BCE98D585BC}">
      <dsp:nvSpPr>
        <dsp:cNvPr id="0" name=""/>
        <dsp:cNvSpPr/>
      </dsp:nvSpPr>
      <dsp:spPr>
        <a:xfrm>
          <a:off x="0" y="3655561"/>
          <a:ext cx="5393361" cy="67874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kern="1200" dirty="0"/>
            <a:t>Store in JSON/DB via </a:t>
          </a:r>
          <a:r>
            <a:rPr lang="en-DE" sz="1700" b="1" kern="1200" dirty="0"/>
            <a:t>n8n</a:t>
          </a:r>
          <a:r>
            <a:rPr lang="en-DE" sz="1700" kern="1200" dirty="0"/>
            <a:t> automation</a:t>
          </a:r>
          <a:endParaRPr lang="en-US" sz="1700" kern="1200" dirty="0"/>
        </a:p>
      </dsp:txBody>
      <dsp:txXfrm>
        <a:off x="33134" y="3688695"/>
        <a:ext cx="5327093" cy="612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F4F7C-132A-4A0E-9D65-89ACC5D4F644}">
      <dsp:nvSpPr>
        <dsp:cNvPr id="0" name=""/>
        <dsp:cNvSpPr/>
      </dsp:nvSpPr>
      <dsp:spPr>
        <a:xfrm>
          <a:off x="0" y="314738"/>
          <a:ext cx="5393361" cy="5651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Prepare processed data for visualization</a:t>
          </a:r>
          <a:endParaRPr lang="en-US" sz="2300" kern="1200"/>
        </a:p>
      </dsp:txBody>
      <dsp:txXfrm>
        <a:off x="27586" y="342324"/>
        <a:ext cx="5338189" cy="509938"/>
      </dsp:txXfrm>
    </dsp:sp>
    <dsp:sp modelId="{A150FDD7-58AF-4F0F-BD38-144608387189}">
      <dsp:nvSpPr>
        <dsp:cNvPr id="0" name=""/>
        <dsp:cNvSpPr/>
      </dsp:nvSpPr>
      <dsp:spPr>
        <a:xfrm>
          <a:off x="0" y="946088"/>
          <a:ext cx="5393361" cy="56511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Store in PostgreSQL or Google Sheets</a:t>
          </a:r>
          <a:endParaRPr lang="en-US" sz="2300" kern="1200"/>
        </a:p>
      </dsp:txBody>
      <dsp:txXfrm>
        <a:off x="27586" y="973674"/>
        <a:ext cx="5338189" cy="509938"/>
      </dsp:txXfrm>
    </dsp:sp>
    <dsp:sp modelId="{29648913-62F2-4EBB-8544-28727E693693}">
      <dsp:nvSpPr>
        <dsp:cNvPr id="0" name=""/>
        <dsp:cNvSpPr/>
      </dsp:nvSpPr>
      <dsp:spPr>
        <a:xfrm>
          <a:off x="0" y="1577438"/>
          <a:ext cx="5393361" cy="56511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ETL (n8n or Python) aggregates:</a:t>
          </a:r>
          <a:endParaRPr lang="en-US" sz="2300" kern="1200"/>
        </a:p>
      </dsp:txBody>
      <dsp:txXfrm>
        <a:off x="27586" y="1605024"/>
        <a:ext cx="5338189" cy="509938"/>
      </dsp:txXfrm>
    </dsp:sp>
    <dsp:sp modelId="{F0000C75-DC2D-40C6-B95C-AE3D74DC601A}">
      <dsp:nvSpPr>
        <dsp:cNvPr id="0" name=""/>
        <dsp:cNvSpPr/>
      </dsp:nvSpPr>
      <dsp:spPr>
        <a:xfrm>
          <a:off x="0" y="2208789"/>
          <a:ext cx="5393361" cy="56511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Avg. sentiment per model</a:t>
          </a:r>
          <a:endParaRPr lang="en-US" sz="2300" kern="1200"/>
        </a:p>
      </dsp:txBody>
      <dsp:txXfrm>
        <a:off x="27586" y="2236375"/>
        <a:ext cx="5338189" cy="509938"/>
      </dsp:txXfrm>
    </dsp:sp>
    <dsp:sp modelId="{207F72E8-8CC5-4620-810F-E7DE9D5AEFBF}">
      <dsp:nvSpPr>
        <dsp:cNvPr id="0" name=""/>
        <dsp:cNvSpPr/>
      </dsp:nvSpPr>
      <dsp:spPr>
        <a:xfrm>
          <a:off x="0" y="2840139"/>
          <a:ext cx="5393361" cy="56511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Sentiment trends over time</a:t>
          </a:r>
          <a:endParaRPr lang="en-US" sz="2300" kern="1200"/>
        </a:p>
      </dsp:txBody>
      <dsp:txXfrm>
        <a:off x="27586" y="2867725"/>
        <a:ext cx="5338189" cy="509938"/>
      </dsp:txXfrm>
    </dsp:sp>
    <dsp:sp modelId="{4882D0CC-5C02-4EA8-A04F-2FFD855128D0}">
      <dsp:nvSpPr>
        <dsp:cNvPr id="0" name=""/>
        <dsp:cNvSpPr/>
      </dsp:nvSpPr>
      <dsp:spPr>
        <a:xfrm>
          <a:off x="0" y="3471489"/>
          <a:ext cx="5393361" cy="56511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Frequency of topics/aspects</a:t>
          </a:r>
          <a:endParaRPr lang="en-US" sz="2300" kern="1200"/>
        </a:p>
      </dsp:txBody>
      <dsp:txXfrm>
        <a:off x="27586" y="3499075"/>
        <a:ext cx="5338189" cy="509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95D5-36AA-5F10-786A-D368D61FA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4864F-B0DC-AD5A-DF08-752DE736A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C91FE-E917-7B26-5EF6-2FDFB595B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F2EC5-E7B1-0EB3-D13E-54D314BA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B37F-F7FA-08CA-C48F-BA71A23B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185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1BD8-758E-5BEE-EA6F-14CD36ED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07F5-6F6B-EB33-9C58-88FFEB1E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07B2B-36D5-8DB1-E98D-EC3A79CD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BB8D3-45A3-C237-403C-FA4E716B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82D8-E18C-1342-7DF3-D2E64437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730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A847-092C-8122-7B33-B27EE89F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8499-564B-F578-0C39-938957719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AC3B5-2F4C-F1E3-436C-24FD6143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43921-0368-E4AB-FF49-9B1F5C46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FAD8-8989-86DC-1AB8-8E75AB7E0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728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6A85-6B83-D251-1CC2-7DF947EB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95E8-52C2-19AA-463E-69630C934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1D75C-F9E0-C438-3522-32BC55F06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45266-31AD-1C2A-FE52-2F5A0F37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C0EE7-C3C0-6372-9E18-20FBAB11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FC5A3-2D6D-001A-2585-C9C5EC94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34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6B84-F2F7-21D0-230D-DD070BB7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09CD2-1D4F-70F0-27CF-E849FBAB3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48D0A-7F2D-11C0-A1A7-C8779169D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7C1F2-6100-D568-5EF5-0DBB1896A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56162-F98B-273F-D565-0006094A4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B57E8-AC64-BC1A-2C4F-443D1D99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4D287-FEB3-61B3-05AF-D6A51FE0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DA6D04-54D0-BECE-930E-1CD11C86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874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2920-AB3B-D47C-C1E6-712C3ABD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FAB3B-C28F-1D74-314A-803BCC50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6473D-7B6F-FD7B-54FA-D4C079D0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C9634-003F-E0D3-20CA-860BC1B2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11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D07DB-D68C-1ECB-5F8D-E71AD115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DBA7B-44C8-5B7C-2AF8-E3AB72EA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4C8FE-7747-3E8A-2B37-90356EA2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210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9F34-B73A-CDBD-EA61-C19606CE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6EB3F-44DA-110F-BB8E-B28073A3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D76C8-5DBB-7F40-630E-0BF66C9C9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E6632-AB51-FC2F-78CD-761F572C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1599C-B8AD-2CAD-8BA6-AFC48311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A0F54-1197-C06E-433D-432EFABF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766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BE89-B869-C135-8587-CE1F21DD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B7454-3502-09F1-7AE3-67742130D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21B34-8CA3-6BF1-C21A-9D88CBF9C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1961E-CF42-A1A8-EEA8-24E3F27D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9A0DC-B73D-7374-4935-F300A61B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4211F-49DD-6593-AECB-8DC2843B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240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DF09-A1CD-9C73-0E96-824DFC37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20291-D480-20C8-0704-E1DD3DABD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BC5CC-815F-0104-B765-7096FFA4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22D7-6A9B-CBE3-31AE-D95DFF92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05184-43DD-5FB1-6A6A-26F18DF5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828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441A8-B527-EE41-7709-2EEA28C57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B5D99-0CE4-32CD-DC7D-EE3B47B58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D66AD-39AF-A834-A786-780C7D52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A02C-0306-A60F-10BB-38B3CF7C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AB0A-D6D2-3493-0E98-8C69A8AE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884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47140-1DF6-5191-6360-BDDD254D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14382-C3A3-03F2-B243-1E99A6F08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57E42-5DBC-A1AB-9903-E8D90A69F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82886-9992-4D69-AC2A-36B6E72101C9}" type="datetimeFigureOut">
              <a:rPr lang="en-DE" smtClean="0"/>
              <a:t>27/10/2025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98308-0E0E-4BB6-6FAC-EA4F1BDD6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EA05-CB74-5102-099E-FE7B29C28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70D7E-1B87-4922-BB27-6F788D2DE42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123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DDFDB-EAFA-8C6F-FD51-6A7A90690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GB" sz="4400"/>
              <a:t>AI Sentiment Analysis on Hacker News</a:t>
            </a:r>
            <a:endParaRPr lang="en-DE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DA7BB-BA4D-22CC-91B4-1FD498E92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GB"/>
              <a:t>Tracking public sentiment and topics on AI/LLMs</a:t>
            </a:r>
          </a:p>
        </p:txBody>
      </p:sp>
      <p:pic>
        <p:nvPicPr>
          <p:cNvPr id="18" name="Picture 17" descr="Computer script on a screen">
            <a:extLst>
              <a:ext uri="{FF2B5EF4-FFF2-40B4-BE49-F238E27FC236}">
                <a16:creationId xmlns:a16="http://schemas.microsoft.com/office/drawing/2014/main" id="{EC284B0E-7BCD-A9A9-281E-ABC5C1966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" r="4126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530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B6C61-9A1C-B6B1-623C-F64BFC5B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 dirty="0"/>
              <a:t>Project Overview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3E4CB-D795-4EAD-964B-A9FE5916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73" r="16875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66C0BB-43FC-67B7-0D17-AC83C71D9E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218413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0975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EDB9B-9AFF-FE2B-DA8A-3B9562013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 b="1" dirty="0"/>
              <a:t>Phase 1 – Data Collection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46955-3603-E2BE-9D1E-54FCA1B22F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57" r="22494" b="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058D0D-DD27-F437-2029-2BD43C100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837989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5395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E9111-9F48-8327-C48F-1F20AA7D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 dirty="0"/>
              <a:t>Phase 2: Data Pre-processing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260EE-B678-8688-5916-94B506FE6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Clean and prepare text for sentiment analysis</a:t>
            </a:r>
          </a:p>
          <a:p>
            <a:endParaRPr lang="en-GB" sz="22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200" dirty="0">
                <a:latin typeface="Arial" panose="020B0604020202020204" pitchFamily="34" charset="0"/>
              </a:rPr>
              <a:t>Remove HTML, code, emojis, special characters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200" dirty="0">
                <a:latin typeface="Arial" panose="020B0604020202020204" pitchFamily="34" charset="0"/>
              </a:rPr>
              <a:t>Normalize text (lowercase, punctuation cleanup)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200" dirty="0">
                <a:latin typeface="Arial" panose="020B0604020202020204" pitchFamily="34" charset="0"/>
              </a:rPr>
              <a:t>Tag metadata: model names, keywords, aspects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200" dirty="0">
                <a:latin typeface="Arial" panose="020B0604020202020204" pitchFamily="34" charset="0"/>
              </a:rPr>
              <a:t>Tools: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200" dirty="0">
                <a:latin typeface="Arial" panose="020B0604020202020204" pitchFamily="34" charset="0"/>
              </a:rPr>
              <a:t>n8n Function node (basic cleaning)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200" dirty="0">
                <a:latin typeface="Arial" panose="020B0604020202020204" pitchFamily="34" charset="0"/>
              </a:rPr>
              <a:t>Python (Pandas + regex) for advanced processing</a:t>
            </a:r>
            <a:endParaRPr lang="en-GB" sz="2200" dirty="0"/>
          </a:p>
          <a:p>
            <a:endParaRPr lang="en-DE" sz="22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D4B858A-2B90-8A73-323D-9DF29636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249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6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21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CFCCD-3C23-6276-287F-ADE49F16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Phase 3: Sentiment &amp; Aspect Analysis</a:t>
            </a:r>
            <a:endParaRPr lang="en-DE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67D6-8EB3-72C2-042A-1F3362650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Classify sentiment and detect discussion aspects</a:t>
            </a:r>
          </a:p>
          <a:p>
            <a:r>
              <a:rPr lang="en-GB" b="1" dirty="0"/>
              <a:t>Approaches:</a:t>
            </a:r>
            <a:endParaRPr lang="en-GB" dirty="0"/>
          </a:p>
          <a:p>
            <a:r>
              <a:rPr lang="en-GB" b="1" dirty="0"/>
              <a:t>LLM-based:</a:t>
            </a:r>
            <a:r>
              <a:rPr lang="en-GB" dirty="0"/>
              <a:t> GPT-4, Claude, local </a:t>
            </a:r>
            <a:r>
              <a:rPr lang="en-GB" dirty="0" err="1"/>
              <a:t>LLaMA</a:t>
            </a:r>
            <a:r>
              <a:rPr lang="en-GB" dirty="0"/>
              <a:t> → JSON output</a:t>
            </a:r>
            <a:br>
              <a:rPr lang="en-GB" dirty="0"/>
            </a:br>
            <a:r>
              <a:rPr lang="en-GB" dirty="0"/>
              <a:t>Example: { sentiment: "positive", aspects: ["speed", "accuracy"] }</a:t>
            </a:r>
          </a:p>
          <a:p>
            <a:r>
              <a:rPr lang="en-GB" b="1" dirty="0"/>
              <a:t>Classical NLP:</a:t>
            </a:r>
            <a:r>
              <a:rPr lang="en-GB" dirty="0"/>
              <a:t> VADER, </a:t>
            </a:r>
            <a:r>
              <a:rPr lang="en-GB" dirty="0" err="1"/>
              <a:t>TextBlob</a:t>
            </a:r>
            <a:r>
              <a:rPr lang="en-GB" dirty="0"/>
              <a:t>, BERT, </a:t>
            </a:r>
            <a:r>
              <a:rPr lang="en-GB" dirty="0" err="1"/>
              <a:t>spaCy</a:t>
            </a:r>
            <a:endParaRPr lang="en-GB" dirty="0"/>
          </a:p>
          <a:p>
            <a:r>
              <a:rPr lang="en-GB" dirty="0"/>
              <a:t>Combine keyword/aspect extraction (LDA/topic </a:t>
            </a:r>
            <a:r>
              <a:rPr lang="en-GB" dirty="0" err="1"/>
              <a:t>modeling</a:t>
            </a:r>
            <a:r>
              <a:rPr lang="en-GB" dirty="0"/>
              <a:t>)</a:t>
            </a:r>
          </a:p>
          <a:p>
            <a:r>
              <a:rPr lang="en-GB" dirty="0"/>
              <a:t>Manual annotation for test set</a:t>
            </a:r>
          </a:p>
          <a:p>
            <a:r>
              <a:rPr lang="en-GB" dirty="0"/>
              <a:t>Run through n8n for automated scoring</a:t>
            </a:r>
          </a:p>
        </p:txBody>
      </p:sp>
    </p:spTree>
    <p:extLst>
      <p:ext uri="{BB962C8B-B14F-4D97-AF65-F5344CB8AC3E}">
        <p14:creationId xmlns:p14="http://schemas.microsoft.com/office/powerpoint/2010/main" val="194353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11294-6448-AD91-F4D2-426C572FB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GB" dirty="0"/>
              <a:t>Phase 4: Data Storage &amp; Transformation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32AEF-54E0-C907-7B47-285A6F846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46" r="19455" b="1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1D52F2-5BC4-CEF7-E900-CBC666448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772834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645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2" name="Rectangle 4121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7DDD6-E50A-C0BC-2064-C3A6C35E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GB"/>
              <a:t>Phase 5: Visualization Dashboard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1A2E-10A3-097B-60BB-5FEBB2731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Present insights through Power BI</a:t>
            </a:r>
          </a:p>
          <a:p>
            <a:pPr marL="0" indent="0">
              <a:buNone/>
            </a:pPr>
            <a:endParaRPr lang="en-GB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DE">
                <a:latin typeface="Arial" panose="020B0604020202020204" pitchFamily="34" charset="0"/>
              </a:rPr>
              <a:t>C</a:t>
            </a:r>
            <a:r>
              <a:rPr lang="en-DE" altLang="en-DE">
                <a:latin typeface="Arial" panose="020B0604020202020204" pitchFamily="34" charset="0"/>
              </a:rPr>
              <a:t>onnect Power BI to DB or CSV output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>
                <a:latin typeface="Arial" panose="020B0604020202020204" pitchFamily="34" charset="0"/>
              </a:rPr>
              <a:t>Key visuals: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>
                <a:latin typeface="Arial" panose="020B0604020202020204" pitchFamily="34" charset="0"/>
              </a:rPr>
              <a:t>Sentiment over time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>
                <a:latin typeface="Arial" panose="020B0604020202020204" pitchFamily="34" charset="0"/>
              </a:rPr>
              <a:t>Top topics/aspects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>
                <a:latin typeface="Arial" panose="020B0604020202020204" pitchFamily="34" charset="0"/>
              </a:rPr>
              <a:t>Positive/negative ratio by model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>
                <a:latin typeface="Arial" panose="020B0604020202020204" pitchFamily="34" charset="0"/>
              </a:rPr>
              <a:t>Aspects breakdown with clickable comments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>
                <a:latin typeface="Arial" panose="020B0604020202020204" pitchFamily="34" charset="0"/>
              </a:rPr>
              <a:t>Alternative: Streamlit or Grafana</a:t>
            </a:r>
          </a:p>
          <a:p>
            <a:pPr marL="0" indent="0">
              <a:buNone/>
            </a:pPr>
            <a:endParaRPr lang="en-DE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1379A4CF-6C8B-7244-3794-81FF0054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5" r="28345" b="2"/>
          <a:stretch>
            <a:fillRect/>
          </a:stretch>
        </p:blipFill>
        <p:spPr bwMode="auto"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3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2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502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60D59-ED6A-435F-C7B6-866F973D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4800" dirty="0">
                <a:solidFill>
                  <a:srgbClr val="FFFFFF"/>
                </a:solidFill>
              </a:rPr>
              <a:t>Phase 6: Automation &amp; Maintenance</a:t>
            </a:r>
            <a:endParaRPr lang="en-DE" sz="48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AF03C-15CC-4A1A-ABF2-C39D3D151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1">
                    <a:alpha val="80000"/>
                  </a:schemeClr>
                </a:solidFill>
              </a:rPr>
              <a:t>Keep the entire pipeline live and updated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Daily n8n workflow schedule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Automatic fetching → Analysis → DB append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Power BI auto-refresh via API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DE" altLang="en-DE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Optional: Alerts for sentiment spike</a:t>
            </a:r>
            <a:r>
              <a:rPr lang="en-US" altLang="en-DE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s</a:t>
            </a:r>
            <a:endParaRPr lang="en-DE" altLang="en-DE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72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E059-9093-93C8-39FE-273EDEA3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Q&amp;A / Discussion</a:t>
            </a:r>
          </a:p>
        </p:txBody>
      </p:sp>
      <p:pic>
        <p:nvPicPr>
          <p:cNvPr id="4" name="Picture 3" descr="Wood human figure">
            <a:extLst>
              <a:ext uri="{FF2B5EF4-FFF2-40B4-BE49-F238E27FC236}">
                <a16:creationId xmlns:a16="http://schemas.microsoft.com/office/drawing/2014/main" id="{E5777ACF-98B0-801B-DD1B-2AD25D844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7" b="46200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3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C7355A5E658EF43941AD1901F3BE1D1" ma:contentTypeVersion="4" ma:contentTypeDescription="Ein neues Dokument erstellen." ma:contentTypeScope="" ma:versionID="8e4cb1c1ac5a1e52f6b4c4d73350d042">
  <xsd:schema xmlns:xsd="http://www.w3.org/2001/XMLSchema" xmlns:xs="http://www.w3.org/2001/XMLSchema" xmlns:p="http://schemas.microsoft.com/office/2006/metadata/properties" xmlns:ns3="a10840bf-84ae-44f1-a0e2-1a5f49b783f2" targetNamespace="http://schemas.microsoft.com/office/2006/metadata/properties" ma:root="true" ma:fieldsID="f572db2ab380b544ae5badf1120f25ba" ns3:_="">
    <xsd:import namespace="a10840bf-84ae-44f1-a0e2-1a5f49b783f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0840bf-84ae-44f1-a0e2-1a5f49b783f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5D6204-3B97-4CE2-B897-DC4EFD9D3E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0840bf-84ae-44f1-a0e2-1a5f49b783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8FC3BA-BC05-405E-9A3A-88FCC1C993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A2A8FF-4F8E-4D0A-9181-1555896F9429}">
  <ds:schemaRefs>
    <ds:schemaRef ds:uri="a10840bf-84ae-44f1-a0e2-1a5f49b783f2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368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AI Sentiment Analysis on Hacker News</vt:lpstr>
      <vt:lpstr>Project Overview</vt:lpstr>
      <vt:lpstr>Phase 1 – Data Collection</vt:lpstr>
      <vt:lpstr>Phase 2: Data Pre-processing</vt:lpstr>
      <vt:lpstr>Phase 3: Sentiment &amp; Aspect Analysis</vt:lpstr>
      <vt:lpstr>Phase 4: Data Storage &amp; Transformation</vt:lpstr>
      <vt:lpstr>Phase 5: Visualization Dashboard</vt:lpstr>
      <vt:lpstr>Phase 6: Automation &amp; Maintenance</vt:lpstr>
      <vt:lpstr>Q&amp;A /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Khan, Majid</dc:creator>
  <cp:lastModifiedBy>Khan, Majid</cp:lastModifiedBy>
  <cp:revision>2</cp:revision>
  <dcterms:created xsi:type="dcterms:W3CDTF">2025-10-25T18:26:15Z</dcterms:created>
  <dcterms:modified xsi:type="dcterms:W3CDTF">2025-10-27T11:45:22Z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0x010100FC7355A5E658EF43941AD1901F3BE1D1</vt:lpwstr>
  </property>
</Properties>
</file>